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tefanía Barrosa" userId="11502758f49cc6fd" providerId="LiveId" clId="{856FB71F-732D-4EE4-9A9D-09B61C642ED4}"/>
    <pc:docChg chg="delSld modSld">
      <pc:chgData name="Estefanía Barrosa" userId="11502758f49cc6fd" providerId="LiveId" clId="{856FB71F-732D-4EE4-9A9D-09B61C642ED4}" dt="2026-06-30T18:37:48.792" v="1" actId="14100"/>
      <pc:docMkLst>
        <pc:docMk/>
      </pc:docMkLst>
      <pc:sldChg chg="del">
        <pc:chgData name="Estefanía Barrosa" userId="11502758f49cc6fd" providerId="LiveId" clId="{856FB71F-732D-4EE4-9A9D-09B61C642ED4}" dt="2026-06-30T18:37:42.225" v="0" actId="2696"/>
        <pc:sldMkLst>
          <pc:docMk/>
          <pc:sldMk cId="95992585" sldId="256"/>
        </pc:sldMkLst>
      </pc:sldChg>
      <pc:sldChg chg="modSp mod">
        <pc:chgData name="Estefanía Barrosa" userId="11502758f49cc6fd" providerId="LiveId" clId="{856FB71F-732D-4EE4-9A9D-09B61C642ED4}" dt="2026-06-30T18:37:48.792" v="1" actId="14100"/>
        <pc:sldMkLst>
          <pc:docMk/>
          <pc:sldMk cId="95992585" sldId="257"/>
        </pc:sldMkLst>
        <pc:picChg chg="mod">
          <ac:chgData name="Estefanía Barrosa" userId="11502758f49cc6fd" providerId="LiveId" clId="{856FB71F-732D-4EE4-9A9D-09B61C642ED4}" dt="2026-06-30T18:37:48.792" v="1" actId="14100"/>
          <ac:picMkLst>
            <pc:docMk/>
            <pc:sldMk cId="95992585" sldId="257"/>
            <ac:picMk id="2" creationId="{BB55A2B2-89A6-40AC-B9BD-640207A30FC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06/30/2026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06/30/2026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06/30/2026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06/30/2026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06/30/2026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06/30/2026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06/30/2026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06/30/2026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06/30/2026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06/30/2026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06/30/2026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06/30/2026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id the New UI Work?1">
            <a:extLst>
              <a:ext uri="{FF2B5EF4-FFF2-40B4-BE49-F238E27FC236}">
                <a16:creationId xmlns:a16="http://schemas.microsoft.com/office/drawing/2014/main" id="{BB55A2B2-89A6-40AC-B9BD-640207A30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472" y="0"/>
            <a:ext cx="75964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Did the New UI Work?8">
            <a:extLst>
              <a:ext uri="{FF2B5EF4-FFF2-40B4-BE49-F238E27FC236}">
                <a16:creationId xmlns:a16="http://schemas.microsoft.com/office/drawing/2014/main" id="{2651096D-5D92-4526-96BA-677029240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Did the New UI Work?2">
            <a:extLst>
              <a:ext uri="{FF2B5EF4-FFF2-40B4-BE49-F238E27FC236}">
                <a16:creationId xmlns:a16="http://schemas.microsoft.com/office/drawing/2014/main" id="{6215AD09-5435-49BD-AF0E-E29D3C7A1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Did the New UI Work?6">
            <a:extLst>
              <a:ext uri="{FF2B5EF4-FFF2-40B4-BE49-F238E27FC236}">
                <a16:creationId xmlns:a16="http://schemas.microsoft.com/office/drawing/2014/main" id="{BA151467-4719-4952-95DC-38C96A825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Did the New UI Work?3">
            <a:extLst>
              <a:ext uri="{FF2B5EF4-FFF2-40B4-BE49-F238E27FC236}">
                <a16:creationId xmlns:a16="http://schemas.microsoft.com/office/drawing/2014/main" id="{10525ED4-F22C-45F9-9E38-4E0D17766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Did the New UI Work?7">
            <a:extLst>
              <a:ext uri="{FF2B5EF4-FFF2-40B4-BE49-F238E27FC236}">
                <a16:creationId xmlns:a16="http://schemas.microsoft.com/office/drawing/2014/main" id="{EC421360-F358-4753-9BAE-B27B6BF4D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Did the New UI Work?4">
            <a:extLst>
              <a:ext uri="{FF2B5EF4-FFF2-40B4-BE49-F238E27FC236}">
                <a16:creationId xmlns:a16="http://schemas.microsoft.com/office/drawing/2014/main" id="{FFFECDF2-C383-4123-86E5-D3A6605D7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Did the New UI Work?5">
            <a:extLst>
              <a:ext uri="{FF2B5EF4-FFF2-40B4-BE49-F238E27FC236}">
                <a16:creationId xmlns:a16="http://schemas.microsoft.com/office/drawing/2014/main" id="{C37CFEC0-9955-45B4-86F0-2302F5630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Estefanía Barrosa</cp:lastModifiedBy>
  <cp:revision>1</cp:revision>
  <dcterms:created xsi:type="dcterms:W3CDTF">2026-06-30T18:19:46Z</dcterms:created>
  <dcterms:modified xsi:type="dcterms:W3CDTF">2026-06-30T18:37:50Z</dcterms:modified>
</cp:coreProperties>
</file>